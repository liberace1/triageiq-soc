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10" Type="http://schemas.openxmlformats.org/officeDocument/2006/relationships/image" Target="../media/image26.png"/><Relationship Id="rId9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5448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822960" y="25146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TriageIQ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D4B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1D4B4"/>
                </a:solidFill>
                <a:latin typeface="Calibri"/>
                <a:ea typeface="Calibri"/>
                <a:cs typeface="Calibri"/>
                <a:sym typeface="Calibri"/>
              </a:rPr>
              <a:t>SOC Alert Enrichment &amp; Triage Engine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6868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Turns thousands of raw alerts into a short, ranked worklist of the cases that matter.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CSC-842  ·  Tool 1  ·  Security Analytics &amp; Defensive Operations  · 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OLALEKAN OWOLOYE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B1B2B"/>
                </a:solidFill>
                <a:latin typeface="Trebuchet MS"/>
                <a:ea typeface="Trebuchet MS"/>
                <a:cs typeface="Trebuchet MS"/>
                <a:sym typeface="Trebuchet MS"/>
              </a:rPr>
              <a:t>Analysts drown in alerts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920240"/>
            <a:ext cx="260604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1920240"/>
            <a:ext cx="82296" cy="1737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2296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~3 hrs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22960" y="28803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spent on manual triage every 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474720" y="1920240"/>
            <a:ext cx="260604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474720" y="1920240"/>
            <a:ext cx="82296" cy="1737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65760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4,500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0" y="28803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alerts to wade through daily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309360" y="1920240"/>
            <a:ext cx="260604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309360" y="1920240"/>
            <a:ext cx="82296" cy="1737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49224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63%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92240" y="28803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are false positives or noise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00" y="1920240"/>
            <a:ext cx="260604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144000" y="1920240"/>
            <a:ext cx="82296" cy="1737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32688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71%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326880" y="28803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of analysts report burnout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The slow part isn't deciding. It's manually enriching every alert (IP reputation, domain age, hash lookups) before a decision is even possible.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B1B2B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 the work analysts hate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40080" y="2103120"/>
            <a:ext cx="429768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554480" y="2395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14400" y="297180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4,000+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1440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raw, noisy alerts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30632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309360" y="2103120"/>
            <a:ext cx="4297680" cy="2468880"/>
          </a:xfrm>
          <a:prstGeom prst="rect">
            <a:avLst/>
          </a:prstGeom>
          <a:solidFill>
            <a:srgbClr val="0B1B2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309360" y="2103120"/>
            <a:ext cx="82296" cy="2468880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7223760" y="2395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583680" y="297180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D4B4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21D4B4"/>
                </a:solidFill>
                <a:latin typeface="Trebuchet MS"/>
                <a:ea typeface="Trebuchet MS"/>
                <a:cs typeface="Trebuchet MS"/>
                <a:sym typeface="Trebuchet MS"/>
              </a:rPr>
              <a:t>6 cases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58368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enriched, scored, ranked, and worth your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Feed it raw alerts. It extracts indicators, enriches them, scores risk, and collapses duplicates automatically.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B1B2B"/>
                </a:solidFill>
                <a:latin typeface="Trebuchet MS"/>
                <a:ea typeface="Trebuchet MS"/>
                <a:cs typeface="Trebuchet MS"/>
                <a:sym typeface="Trebuchet MS"/>
              </a:rPr>
              <a:t>A 7-stage triage pipeline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2468880"/>
            <a:ext cx="13258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64008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Ingest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4008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normalize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438" y="3218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2232660" y="2468880"/>
            <a:ext cx="13258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128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223266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23266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pull indicators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3018" y="3218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3825240" y="2468880"/>
            <a:ext cx="13258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386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382524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Enrich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82524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rep, geo, 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5598" y="3218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5417820" y="2468880"/>
            <a:ext cx="13258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0644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541782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Map ATT&amp;CK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1782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technique tag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8178" y="3218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7010400" y="2468880"/>
            <a:ext cx="13258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9902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701040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01040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weighted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0758" y="3218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8602980" y="2468880"/>
            <a:ext cx="132588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9160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860298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Dedup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60298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collapse 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43338" y="3218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10195560" y="2468880"/>
            <a:ext cx="1325880" cy="1737360"/>
          </a:xfrm>
          <a:prstGeom prst="rect">
            <a:avLst/>
          </a:prstGeom>
          <a:solidFill>
            <a:srgbClr val="0B1B2B"/>
          </a:solidFill>
          <a:ln cap="flat" cmpd="sng" w="12700">
            <a:solidFill>
              <a:srgbClr val="0B1B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8418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10195560" y="3337560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D4B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1D4B4"/>
                </a:solidFill>
                <a:latin typeface="Trebuchet MS"/>
                <a:ea typeface="Trebuchet MS"/>
                <a:cs typeface="Trebuchet MS"/>
                <a:sym typeface="Trebuchet MS"/>
              </a:rPr>
              <a:t>Worklist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0195560" y="370332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ranked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Every stage is a small module. New enrichment sources plug in without touching the rest of the pipeline.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B1B2B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isn't a duplicate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1965960"/>
            <a:ext cx="108813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677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1645920" y="2121408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Not just one IP lookup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645920" y="25146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Single-indicator tools enrich one IP at a time. TriageIQ takes a whole alert, enriches every indicator in it, and tells you which alerts to ignore.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080" y="3291840"/>
            <a:ext cx="108813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5935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1645920" y="3447288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Not a log correlator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645920" y="38404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Correlators ingest raw telemetry to build attack chains. TriageIQ works on alerts that already fired and hands back a triage worklist.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4617720"/>
            <a:ext cx="1088136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9194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1645920" y="4773168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Built for the analyst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645920" y="516636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Open source, runs on a laptop, works fully offline with bundled sample data. No SIEM and no API keys needed to try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2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D4B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D4B4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Watch the noise collapse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691640" y="219456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Run TriageIQ on sample_alerts.json (offline mode)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914400" y="29718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1440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691640" y="29718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Show the full noisy alert set going 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691640" y="37490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Watch it collapse to a short, ranked worklist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914400" y="4526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691640" y="45262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Open the top case and show its enrichment plus the reason behind its score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691640" y="5394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Tip: keep it offline so reviewers can reproduce it instantly.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B1B2B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was tested, and where it falls short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0080" y="1920240"/>
            <a:ext cx="53035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/>
          <p:nvPr/>
        </p:nvSpPr>
        <p:spPr>
          <a:xfrm>
            <a:off x="1508760" y="22402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proves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60120" y="278892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Crafted sample set: malicious / benign / ambiguous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Known-bad indicators score high; benign score 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Duplicate alerts collapse to a single case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Reports noise-reduction ratio: alerts in vs. cases 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217920" y="1920240"/>
            <a:ext cx="53035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7086600" y="22402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Known limits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537960" y="278892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Scoring weights are heuristic (tuned, not learned)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ATT&amp;CK mapping is keyword-based and coarse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Free-tier API rate limits in live mode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B1B2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B1B2B"/>
                </a:solidFill>
                <a:latin typeface="Calibri"/>
                <a:ea typeface="Calibri"/>
                <a:cs typeface="Calibri"/>
                <a:sym typeface="Calibri"/>
              </a:rPr>
              <a:t>Dedup time-window needs per-environment tuning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2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D4B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D4B4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Where it goes next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1508760" y="22860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More enrichment sources such as AbuseIPDB, WHOIS, and VirusTotal, all cached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1508760" y="306324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Smarter dedup / clustering tuning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862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1508760" y="38404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Live SIEM ingest of real alert streams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663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1508760" y="46177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LLM case summaries + auto-close of high-confidence noise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D4B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21D4B4"/>
                </a:solidFill>
                <a:latin typeface="Trebuchet MS"/>
                <a:ea typeface="Trebuchet MS"/>
                <a:cs typeface="Trebuchet MS"/>
                <a:sym typeface="Trebuchet MS"/>
              </a:rPr>
              <a:t>TriageIQ gives analysts back their three hours a day.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